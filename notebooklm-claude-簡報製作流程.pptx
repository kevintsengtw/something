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9DC3D4">
              <a:alpha val="20000"/>
            </a:srgbClr>
          </a:solidFill>
          <a:ln w="12700">
            <a:solidFill>
              <a:srgbClr val="9DC3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A"/>
                </a:solidFill>
              </a:rPr>
              <a:t>工作流程指南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 + Claude Chat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D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簡報製作完整流程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NotebookLM 產出內容素材，透過 Claude Chat 製作文字正確、風格精美的簡報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 ·  Claude to PowerPoint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問題背景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 的問題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視覺效果佳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中文字以「繪製」方式處理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文字層不存在（向量路徑）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OCR 解析產生大量錯誤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幻覺字（錯字、亂碼）頻繁出現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37744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887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064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解決思路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2120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將「文字內容」與「視覺風格」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分離，各取所長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文字稿 → 正確內容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PDF → 視覺風格參考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準備素材：在 NotebookLM 產出兩份檔案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78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文字稿與設計說明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純文字格式，包含：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每張投影片的標題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每張投影片的文字內容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版面配置說明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主色、強調色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視覺風格描述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solidFill>
            <a:srgbClr val="9DC3D4">
              <a:alpha val="60000"/>
            </a:srgbClr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確保文字內容正確性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05840"/>
            <a:ext cx="3840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078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簡報 PDF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視覺化簡報，用於：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色調與配色參考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版面配置靈感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圖示與插圖風格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整體設計語言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4343400"/>
            <a:ext cx="3840480" cy="320040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A"/>
                </a:solidFill>
              </a:rPr>
              <a:t>僅作為視覺風格參考，不作文字辨識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 ·  上傳素材至 Claude Chat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051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87452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開啟 Claude Chat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claude.ai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Claude Chat 對話介面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1688" y="1051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61688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7452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28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同時上傳兩份檔案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47288" y="3017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文字稿（.txt / .md）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簡報 PDF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4496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0336" y="1051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60336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87452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輸入提示語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45936" y="3017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說明用途：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文字稿為內容，PDF 為風格參考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建議提示語：「請參考 PDF 的色調與版面風格，用文字稿的內容製作投影片視覺稿」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 ·  Claude Design — 即時視覺設計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1155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Design 做什麼？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在對話中以 SVG 渲染每張投影片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即時顯示，無需下載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參考 PDF 風格 + 文字稿內容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可即時迭代調整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1155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可以這樣迭代調整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892040" y="1737360"/>
            <a:ext cx="3840480" cy="658368"/>
          </a:xfrm>
          <a:prstGeom prst="rect">
            <a:avLst/>
          </a:prstGeom>
          <a:solidFill>
            <a:srgbClr val="F0F6FA"/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0" y="1773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調整色調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「請將主色改為深藍色系」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92040" y="2542032"/>
            <a:ext cx="3840480" cy="658368"/>
          </a:xfrm>
          <a:prstGeom prst="rect">
            <a:avLst/>
          </a:prstGeom>
          <a:solidFill>
            <a:srgbClr val="F0F6FA"/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調整版面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「第三張改為左圖右文版面」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92040" y="3346704"/>
            <a:ext cx="3840480" cy="658368"/>
          </a:xfrm>
          <a:prstGeom prst="rect">
            <a:avLst/>
          </a:prstGeom>
          <a:solidFill>
            <a:srgbClr val="F0F6FA"/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強調重點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「請讓標題更醒目」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892040" y="4151376"/>
            <a:ext cx="3840480" cy="658368"/>
          </a:xfrm>
          <a:prstGeom prst="rect">
            <a:avLst/>
          </a:prstGeom>
          <a:solidFill>
            <a:srgbClr val="F0F6FA"/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增減內容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「第二張請再加入一個重點」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 ·  Claude to PowerPoint — 輸出 PPTX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61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確認視覺稿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Claude Chat 中對每張 SVG 投影片確認滿意後，再進入輸出階段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43000"/>
            <a:ext cx="438912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59552" y="1161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輸出 PPTX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輸入：「請根據剛才設計好的投影片，產出可下載的 .pptx 檔案」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solidFill>
            <a:srgbClr val="9DC3D4">
              <a:alpha val="50000"/>
            </a:srgbClr>
          </a:solidFill>
          <a:ln w="12700">
            <a:solidFill>
              <a:srgbClr val="9DC3D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注意事項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520440"/>
            <a:ext cx="54864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58368" y="3520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vs PPTX 差異  —  Claude Design 的 SVG 預覽與最終 PPTX 可能有些微差異，漸層、陰影效果重現程度有限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4032504"/>
            <a:ext cx="54864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8368" y="403250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後製空間  —  下載的 .pptx 為完全可編輯格式，可在 PowerPoint 或 LibreOffice 中微調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544568"/>
            <a:ext cx="54864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4544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多次迭代  —  如不滿意，可回到 Claude Design 調整後重新輸出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完整流程一覽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087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87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文字稿 + 設計說明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56232" y="1600200"/>
            <a:ext cx="15544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914400"/>
            <a:ext cx="15087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987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39112" y="14447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產出簡報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75304" y="1600200"/>
            <a:ext cx="15544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8184" y="914400"/>
            <a:ext cx="1508760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58184" y="987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184" y="14447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上傳兩份素材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94376" y="1600200"/>
            <a:ext cx="15544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77256" y="914400"/>
            <a:ext cx="15087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77256" y="987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Design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77256" y="14447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即時視覺稿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迭代調整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3448" y="1600200"/>
            <a:ext cx="15544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6328" y="914400"/>
            <a:ext cx="1508760" cy="1371600"/>
          </a:xfrm>
          <a:prstGeom prst="rect">
            <a:avLst/>
          </a:prstGeom>
          <a:solidFill>
            <a:srgbClr val="D4771A"/>
          </a:solidFill>
          <a:ln w="12700">
            <a:solidFill>
              <a:srgbClr val="D477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96328" y="987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to PPTX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96328" y="14447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.pptx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可編輯簡報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重點摘要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文字正確性由文字稿保障，視覺品質由 PDF 參考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3456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全程在 Claude Chat 執行，無需其他工具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3913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最終產出為真正可編輯的 .pptx 檔案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 ·  NotebookLM + Claude Chat 簡報製作流程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+ Claude Chat 簡報製作流程</dc:title>
  <dc:subject>PptxGenJS Presentation</dc:subject>
  <dc:creator>PptxGenJS</dc:creator>
  <cp:lastModifiedBy>PptxGenJS</cp:lastModifiedBy>
  <cp:revision>1</cp:revision>
  <dcterms:created xsi:type="dcterms:W3CDTF">2026-04-24T02:22:06Z</dcterms:created>
  <dcterms:modified xsi:type="dcterms:W3CDTF">2026-04-24T02:22:06Z</dcterms:modified>
</cp:coreProperties>
</file>